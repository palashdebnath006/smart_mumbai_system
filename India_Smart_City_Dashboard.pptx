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Smart City Dashboard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Prakalp 4.0: Urban Management Infrastructure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Presented by: Prakalp Team</a:t>
            </a:r>
            <a:endParaRPr lang="en-US" sz="1600" dirty="0"/>
          </a:p>
        </p:txBody>
      </p:sp>
      <p:pic>
        <p:nvPicPr>
          <p:cNvPr id="5" name="Image 0" descr="publ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Vision &amp;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Modern Indian cities face rapid urbanization and fragmented data tracking.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Departments for traffic, water, energy, and safety exist in silos.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645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4920" y="219456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A unified, centralized command center.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Bringing together 8 core city verticals.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Real-time insights empowering government officials intelligently.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Dashboard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Traffic &amp; Safety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Flow monitoring, CCTV mapping &amp; security alerts.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0600" y="13716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4516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00600" y="13716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Environment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Live AQI mapping and PM2.5 monitoring.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193532000000" dist="4096766000000" dir="29160000000000000">
              <a:srgbClr val="000000">
                <a:alpha val="1000000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004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Water &amp; Energy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Leak detection and smart grid analytics.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32004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4057856400000000" dist="52028928200000000" dir="1.7496e+21">
              <a:srgbClr val="000000">
                <a:alpha val="100000000000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32004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Waste &amp; Parking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Smart bin logistics &amp; lot availability.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Technical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Frontend Framework: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Next.js 16 (App Router), Tailwind CSS 4, and shadcn/ui. Dark/light interfaces.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State Management: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Zustand for lightweight, fast local state caching and UI interactions.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Backend &amp; Database: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Prisma ORM connected to SQLite for rapid iteration and type-safe schema definitions.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Security &amp; Access: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BCrypt + Custom JWT authentication system with Role-Based Access.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Evolution (GenAI Integration)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&amp; Conversational City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Integrated Gemini 2.5 Flash chatbot allowing conversational queries.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Impact: Streamlined UX. An officer just types "Show CCTV status in Sector 4".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Workflow Flow: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User Prompt ➔ Next.js Route ➔ Gemini AI Context ➔ Instant Dashboard Action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Enterprise Upgrades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1. Data Lake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(Geospatial)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Migrating from SQLite to PostgreSQL + PostGIS to handle robust spatial queries.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2. Real-time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Pipelines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377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Moving from simulated polling to WebSockets/MQTT for instant sensor updates.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3. UI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Enhancements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Switching iframe maps to fully integrated Leaflet/Mapbox layers.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Roadmap &amp; 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2286000"/>
            <a:ext cx="3657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Q3 Strategy: Finalize PostGIS &amp; Mapbox integrations.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Q4 Strategy: Launch PWA for on-ground team mobility.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Conclusion: Designing the backbone for a safer urban tomorrow.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2026-04-10T17:12:25Z</dcterms:created>
  <dcterms:modified xsi:type="dcterms:W3CDTF">2026-04-10T17:12:25Z</dcterms:modified>
</cp:coreProperties>
</file>